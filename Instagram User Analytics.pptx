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Garamond" panose="02020404030301010803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vtW+0zjp5BeakjO40GiU/WBj3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 kumar" userId="b60934d7542809c2" providerId="LiveId" clId="{F151A440-F835-4447-950C-175A6D1084B9}"/>
    <pc:docChg chg="modSld">
      <pc:chgData name="Hari kumar" userId="b60934d7542809c2" providerId="LiveId" clId="{F151A440-F835-4447-950C-175A6D1084B9}" dt="2026-05-14T05:18:15.007" v="21" actId="20577"/>
      <pc:docMkLst>
        <pc:docMk/>
      </pc:docMkLst>
      <pc:sldChg chg="modSp mod">
        <pc:chgData name="Hari kumar" userId="b60934d7542809c2" providerId="LiveId" clId="{F151A440-F835-4447-950C-175A6D1084B9}" dt="2026-05-14T05:18:15.007" v="21" actId="20577"/>
        <pc:sldMkLst>
          <pc:docMk/>
          <pc:sldMk cId="0" sldId="256"/>
        </pc:sldMkLst>
        <pc:spChg chg="mod">
          <ac:chgData name="Hari kumar" userId="b60934d7542809c2" providerId="LiveId" clId="{F151A440-F835-4447-950C-175A6D1084B9}" dt="2026-05-14T05:18:15.007" v="21" actId="20577"/>
          <ac:spMkLst>
            <pc:docMk/>
            <pc:sldMk cId="0" sldId="256"/>
            <ac:spMk id="15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17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8" name="Google Shape;18;p17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7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" name="Google Shape;20;p17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7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17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27" name="Google Shape;27;p17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1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1" name="Google Shape;41;p19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20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2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59" name="Google Shape;59;p21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65" name="Google Shape;65;p22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77" name="Google Shape;77;p24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6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6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8" name="Google Shape;88;p26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7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2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98" name="Google Shape;98;p27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8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8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8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6" name="Google Shape;106;p28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28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28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3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2" name="Google Shape;122;p30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30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30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2" name="Google Shape;132;p31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9" name="Google Shape;139;p32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3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3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46" name="Google Shape;146;p33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" name="Google Shape;7;p16" descr="HD-PanelContent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16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Google Shape;9;p16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16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1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</a:pPr>
            <a:r>
              <a:rPr lang="en-IN" b="1"/>
              <a:t>Instagram User Analytics</a:t>
            </a:r>
            <a:endParaRPr/>
          </a:p>
        </p:txBody>
      </p:sp>
      <p:sp>
        <p:nvSpPr>
          <p:cNvPr id="152" name="Google Shape;152;p1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en-US" dirty="0"/>
              <a:t>H</a:t>
            </a:r>
            <a:r>
              <a:rPr lang="en-IN" dirty="0"/>
              <a:t>ARIKUMAR 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IN"/>
              <a:t>Project Description</a:t>
            </a:r>
            <a:endParaRPr/>
          </a:p>
        </p:txBody>
      </p:sp>
      <p:sp>
        <p:nvSpPr>
          <p:cNvPr id="158" name="Google Shape;158;p2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IN"/>
              <a:t>Goal: Analyze user activity, engagement, and identify trends on a social media platform, inspired by Instagram's structure.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IN"/>
              <a:t>Data Set: A simulated database with tables for users, photos, comments, likes, follows, tags, and photo-tags relationships.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IN"/>
              <a:t>Purpose: Provide insights for marketing, investor metrics, and platform improvements, such as identifying loyal users and detecting fake accounts.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IN"/>
              <a:t>Focus Areas: User behavior, post frequency, photo likes, most active users, hashtag popularity, and engagement trends.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Tech-Stack Used </a:t>
            </a:r>
            <a:endParaRPr/>
          </a:p>
        </p:txBody>
      </p:sp>
      <p:sp>
        <p:nvSpPr>
          <p:cNvPr id="164" name="Google Shape;164;p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IN"/>
              <a:t>MySQL workbench is the tool used to import data set and analyze results.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IN"/>
              <a:t>Approach</a:t>
            </a:r>
            <a:endParaRPr/>
          </a:p>
        </p:txBody>
      </p:sp>
      <p:sp>
        <p:nvSpPr>
          <p:cNvPr id="170" name="Google Shape;170;p4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15000"/>
              <a:buChar char="•"/>
            </a:pPr>
            <a:r>
              <a:rPr lang="en-IN"/>
              <a:t>Copy/pasted the data set in MySQL and after executing queries, Tables are formed and ready to run.</a:t>
            </a:r>
            <a:endParaRPr/>
          </a:p>
          <a:p>
            <a:pPr marL="285750" lvl="0" indent="-285750" algn="l" rtl="0">
              <a:spcBef>
                <a:spcPts val="1008"/>
              </a:spcBef>
              <a:spcAft>
                <a:spcPts val="0"/>
              </a:spcAft>
              <a:buSzPct val="115000"/>
              <a:buChar char="•"/>
            </a:pPr>
            <a:r>
              <a:rPr lang="en-IN"/>
              <a:t>Data Structure: Designed a relational database with multiple tables and relationships to simulate Instagram-like functionalities.</a:t>
            </a:r>
            <a:endParaRPr/>
          </a:p>
          <a:p>
            <a:pPr marL="285750" lvl="0" indent="-285750" algn="l" rtl="0">
              <a:spcBef>
                <a:spcPts val="1008"/>
              </a:spcBef>
              <a:spcAft>
                <a:spcPts val="0"/>
              </a:spcAft>
              <a:buSzPct val="115000"/>
              <a:buChar char="•"/>
            </a:pPr>
            <a:r>
              <a:rPr lang="en-IN"/>
              <a:t>SQL Queries: Used SQL queries to extract, aggregate, and analyze key metrics such as photo likes, user activity, and popular hashtags.</a:t>
            </a:r>
            <a:endParaRPr/>
          </a:p>
          <a:p>
            <a:pPr marL="285750" lvl="0" indent="-285750" algn="l" rtl="0">
              <a:spcBef>
                <a:spcPts val="1008"/>
              </a:spcBef>
              <a:spcAft>
                <a:spcPts val="0"/>
              </a:spcAft>
              <a:buSzPct val="115000"/>
              <a:buChar char="•"/>
            </a:pPr>
            <a:r>
              <a:rPr lang="en-IN"/>
              <a:t>Analytics Focus: Identified loyal users, inactive users, contest winners, and calculated engagement metrics using aggregate functions like COUNT and GROUP BY.</a:t>
            </a:r>
            <a:endParaRPr/>
          </a:p>
          <a:p>
            <a:pPr marL="285750" lvl="0" indent="-285750" algn="l" rtl="0">
              <a:spcBef>
                <a:spcPts val="1008"/>
              </a:spcBef>
              <a:spcAft>
                <a:spcPts val="0"/>
              </a:spcAft>
              <a:buSzPct val="115000"/>
              <a:buChar char="•"/>
            </a:pPr>
            <a:r>
              <a:rPr lang="en-IN"/>
              <a:t>Reporting: Generated insights on user activity, photo engagement, and platform trends for marketing and investor needs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IN"/>
              <a:t>A) Marketing Analysis:</a:t>
            </a:r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IN" b="1"/>
              <a:t>Loyal User Reward: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b="1"/>
          </a:p>
        </p:txBody>
      </p:sp>
      <p:pic>
        <p:nvPicPr>
          <p:cNvPr id="177" name="Google Shape;177;p5"/>
          <p:cNvPicPr preferRelativeResize="0"/>
          <p:nvPr/>
        </p:nvPicPr>
        <p:blipFill rotWithShape="1">
          <a:blip r:embed="rId3">
            <a:alphaModFix/>
          </a:blip>
          <a:srcRect r="26851" b="63396"/>
          <a:stretch/>
        </p:blipFill>
        <p:spPr>
          <a:xfrm>
            <a:off x="2743831" y="3363264"/>
            <a:ext cx="7301689" cy="1826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endParaRPr/>
          </a:p>
        </p:txBody>
      </p:sp>
      <p:sp>
        <p:nvSpPr>
          <p:cNvPr id="183" name="Google Shape;183;p6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IN"/>
              <a:t>Inactive User Engagement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184" name="Google Shape;184;p6"/>
          <p:cNvPicPr preferRelativeResize="0"/>
          <p:nvPr/>
        </p:nvPicPr>
        <p:blipFill rotWithShape="1">
          <a:blip r:embed="rId3">
            <a:alphaModFix/>
          </a:blip>
          <a:srcRect r="37280" b="67517"/>
          <a:stretch/>
        </p:blipFill>
        <p:spPr>
          <a:xfrm>
            <a:off x="2049360" y="3850784"/>
            <a:ext cx="6643879" cy="1854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endParaRPr/>
          </a:p>
        </p:txBody>
      </p:sp>
      <p:sp>
        <p:nvSpPr>
          <p:cNvPr id="190" name="Google Shape;190;p7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IN"/>
              <a:t>Contest Winner Declaration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191" name="Google Shape;19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1423" y="3330865"/>
            <a:ext cx="8749152" cy="2000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endParaRPr/>
          </a:p>
        </p:txBody>
      </p:sp>
      <p:sp>
        <p:nvSpPr>
          <p:cNvPr id="197" name="Google Shape;197;p8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IN" b="1"/>
              <a:t>Hashtag Research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198" name="Google Shape;19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1035" y="3159125"/>
            <a:ext cx="7772126" cy="1721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endParaRPr/>
          </a:p>
        </p:txBody>
      </p:sp>
      <p:sp>
        <p:nvSpPr>
          <p:cNvPr id="204" name="Google Shape;204;p9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IN" b="1"/>
              <a:t>Ad Campaign Launch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b="1"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205" name="Google Shape;20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2723" y="3140075"/>
            <a:ext cx="7273642" cy="152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IN" b="1"/>
              <a:t>B) Investor Metrics: </a:t>
            </a:r>
            <a:endParaRPr/>
          </a:p>
        </p:txBody>
      </p:sp>
      <p:sp>
        <p:nvSpPr>
          <p:cNvPr id="211" name="Google Shape;211;p10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IN" b="1"/>
              <a:t>User Engagement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212" name="Google Shape;21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1584" y="3116217"/>
            <a:ext cx="7879212" cy="242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endParaRPr/>
          </a:p>
        </p:txBody>
      </p:sp>
      <p:sp>
        <p:nvSpPr>
          <p:cNvPr id="218" name="Google Shape;218;p11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IN" b="1"/>
              <a:t>Bots &amp; Fake Accounts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219" name="Google Shape;21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5019" y="3274185"/>
            <a:ext cx="9641578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IN"/>
              <a:t>Insights</a:t>
            </a:r>
            <a:endParaRPr/>
          </a:p>
        </p:txBody>
      </p:sp>
      <p:sp>
        <p:nvSpPr>
          <p:cNvPr id="225" name="Google Shape;225;p12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IN"/>
              <a:t>Loyal Users: Identified users who have been active the longest, enabling targeted marketing efforts for retention.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IN"/>
              <a:t>Inactive Users: Found users who have never posted, suggesting opportunities for re-engagement campaigns.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IN"/>
              <a:t>Popular Hashtags: Discovered trending hashtags, allowing brands to reach a broader audience by aligning their posts with popular tags.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IN"/>
              <a:t>Engagement Trends: Revealed the average number of posts per user and the total photo-to-user ratio, providing a clear view of platform activity.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IN" b="1"/>
              <a:t>Marketing Analysis:</a:t>
            </a:r>
            <a:endParaRPr/>
          </a:p>
        </p:txBody>
      </p:sp>
      <p:pic>
        <p:nvPicPr>
          <p:cNvPr id="231" name="Google Shape;231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34331" y="2795387"/>
            <a:ext cx="283845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07" y="2795387"/>
            <a:ext cx="2066925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8606" y="4853458"/>
            <a:ext cx="29241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10352" y="2795386"/>
            <a:ext cx="2667744" cy="198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89783" y="5062337"/>
            <a:ext cx="20002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IN" b="1"/>
              <a:t>Investor Metrics: </a:t>
            </a:r>
            <a:endParaRPr/>
          </a:p>
        </p:txBody>
      </p:sp>
      <p:pic>
        <p:nvPicPr>
          <p:cNvPr id="241" name="Google Shape;241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31457" y="2874582"/>
            <a:ext cx="4730705" cy="1351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31457" y="4476269"/>
            <a:ext cx="2515540" cy="103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Widescreen</PresentationFormat>
  <Paragraphs>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Garamond</vt:lpstr>
      <vt:lpstr>Arial</vt:lpstr>
      <vt:lpstr>Organic</vt:lpstr>
      <vt:lpstr>Instagram User Analytics</vt:lpstr>
      <vt:lpstr>Project Description</vt:lpstr>
      <vt:lpstr>Tech-Stack Used </vt:lpstr>
      <vt:lpstr>Approach</vt:lpstr>
      <vt:lpstr>A) Marketing Analysis:</vt:lpstr>
      <vt:lpstr>PowerPoint Presentation</vt:lpstr>
      <vt:lpstr>PowerPoint Presentation</vt:lpstr>
      <vt:lpstr>PowerPoint Presentation</vt:lpstr>
      <vt:lpstr>PowerPoint Presentation</vt:lpstr>
      <vt:lpstr>B) Investor Metrics: </vt:lpstr>
      <vt:lpstr>PowerPoint Presentation</vt:lpstr>
      <vt:lpstr>Insights</vt:lpstr>
      <vt:lpstr>Marketing Analysis:</vt:lpstr>
      <vt:lpstr>Investor Metrics: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Amuthan</dc:creator>
  <cp:lastModifiedBy>Hari kumar</cp:lastModifiedBy>
  <cp:revision>1</cp:revision>
  <dcterms:created xsi:type="dcterms:W3CDTF">2024-12-01T16:25:17Z</dcterms:created>
  <dcterms:modified xsi:type="dcterms:W3CDTF">2026-05-14T05:18:17Z</dcterms:modified>
</cp:coreProperties>
</file>